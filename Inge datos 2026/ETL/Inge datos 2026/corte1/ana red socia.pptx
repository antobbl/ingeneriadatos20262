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82153-8C17-4A50-8E3C-E60D07F9D7C5}" v="5" dt="2026-08-13T19:46:57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ine poupon" userId="fba973d42df11d4b" providerId="LiveId" clId="{AE181CD8-0DB3-4393-9B06-FF32F32A550D}"/>
    <pc:docChg chg="undo custSel addSld modSld">
      <pc:chgData name="antoine poupon" userId="fba973d42df11d4b" providerId="LiveId" clId="{AE181CD8-0DB3-4393-9B06-FF32F32A550D}" dt="2026-08-13T19:48:23.432" v="272" actId="1076"/>
      <pc:docMkLst>
        <pc:docMk/>
      </pc:docMkLst>
      <pc:sldChg chg="addSp modSp mod">
        <pc:chgData name="antoine poupon" userId="fba973d42df11d4b" providerId="LiveId" clId="{AE181CD8-0DB3-4393-9B06-FF32F32A550D}" dt="2026-08-13T19:39:12.472" v="166" actId="207"/>
        <pc:sldMkLst>
          <pc:docMk/>
          <pc:sldMk cId="3734394015" sldId="256"/>
        </pc:sldMkLst>
        <pc:spChg chg="mod">
          <ac:chgData name="antoine poupon" userId="fba973d42df11d4b" providerId="LiveId" clId="{AE181CD8-0DB3-4393-9B06-FF32F32A550D}" dt="2026-08-13T19:38:33.441" v="158" actId="1076"/>
          <ac:spMkLst>
            <pc:docMk/>
            <pc:sldMk cId="3734394015" sldId="256"/>
            <ac:spMk id="4" creationId="{74DF9422-9F0D-A486-C45F-FC1849398109}"/>
          </ac:spMkLst>
        </pc:spChg>
        <pc:spChg chg="mod">
          <ac:chgData name="antoine poupon" userId="fba973d42df11d4b" providerId="LiveId" clId="{AE181CD8-0DB3-4393-9B06-FF32F32A550D}" dt="2026-08-13T19:31:29.121" v="85" actId="1076"/>
          <ac:spMkLst>
            <pc:docMk/>
            <pc:sldMk cId="3734394015" sldId="256"/>
            <ac:spMk id="11" creationId="{09DEB7EC-8A4C-DDD4-58D0-5FDC1FFB482D}"/>
          </ac:spMkLst>
        </pc:spChg>
        <pc:spChg chg="mod">
          <ac:chgData name="antoine poupon" userId="fba973d42df11d4b" providerId="LiveId" clId="{AE181CD8-0DB3-4393-9B06-FF32F32A550D}" dt="2026-08-13T19:31:29.121" v="85" actId="1076"/>
          <ac:spMkLst>
            <pc:docMk/>
            <pc:sldMk cId="3734394015" sldId="256"/>
            <ac:spMk id="13" creationId="{974FBA74-74E3-B10F-8392-920BAEA0A026}"/>
          </ac:spMkLst>
        </pc:spChg>
        <pc:spChg chg="mod">
          <ac:chgData name="antoine poupon" userId="fba973d42df11d4b" providerId="LiveId" clId="{AE181CD8-0DB3-4393-9B06-FF32F32A550D}" dt="2026-08-13T19:31:29.121" v="85" actId="1076"/>
          <ac:spMkLst>
            <pc:docMk/>
            <pc:sldMk cId="3734394015" sldId="256"/>
            <ac:spMk id="15" creationId="{4A7C6DBE-6006-C357-E24E-EAF6842D5CFB}"/>
          </ac:spMkLst>
        </pc:spChg>
        <pc:spChg chg="mod">
          <ac:chgData name="antoine poupon" userId="fba973d42df11d4b" providerId="LiveId" clId="{AE181CD8-0DB3-4393-9B06-FF32F32A550D}" dt="2026-08-13T19:31:29.121" v="85" actId="1076"/>
          <ac:spMkLst>
            <pc:docMk/>
            <pc:sldMk cId="3734394015" sldId="256"/>
            <ac:spMk id="17" creationId="{8D292483-178E-E81A-8282-D2F80D9485E3}"/>
          </ac:spMkLst>
        </pc:spChg>
        <pc:spChg chg="add mod">
          <ac:chgData name="antoine poupon" userId="fba973d42df11d4b" providerId="LiveId" clId="{AE181CD8-0DB3-4393-9B06-FF32F32A550D}" dt="2026-08-13T19:39:08.727" v="165" actId="207"/>
          <ac:spMkLst>
            <pc:docMk/>
            <pc:sldMk cId="3734394015" sldId="256"/>
            <ac:spMk id="24" creationId="{D21EBE63-5106-2E79-798F-9EECB3F831AB}"/>
          </ac:spMkLst>
        </pc:spChg>
        <pc:spChg chg="add mod">
          <ac:chgData name="antoine poupon" userId="fba973d42df11d4b" providerId="LiveId" clId="{AE181CD8-0DB3-4393-9B06-FF32F32A550D}" dt="2026-08-13T19:39:12.472" v="166" actId="207"/>
          <ac:spMkLst>
            <pc:docMk/>
            <pc:sldMk cId="3734394015" sldId="256"/>
            <ac:spMk id="26" creationId="{AE012EA7-137E-00C7-87EA-F5D0BDB49BBC}"/>
          </ac:spMkLst>
        </pc:spChg>
        <pc:spChg chg="add mod">
          <ac:chgData name="antoine poupon" userId="fba973d42df11d4b" providerId="LiveId" clId="{AE181CD8-0DB3-4393-9B06-FF32F32A550D}" dt="2026-08-13T19:38:12.656" v="152" actId="20577"/>
          <ac:spMkLst>
            <pc:docMk/>
            <pc:sldMk cId="3734394015" sldId="256"/>
            <ac:spMk id="30" creationId="{F939C11A-373D-8093-A361-E42A8D052DE2}"/>
          </ac:spMkLst>
        </pc:spChg>
        <pc:picChg chg="add mod">
          <ac:chgData name="antoine poupon" userId="fba973d42df11d4b" providerId="LiveId" clId="{AE181CD8-0DB3-4393-9B06-FF32F32A550D}" dt="2026-08-13T19:37:07.871" v="103" actId="1076"/>
          <ac:picMkLst>
            <pc:docMk/>
            <pc:sldMk cId="3734394015" sldId="256"/>
            <ac:picMk id="27" creationId="{2BDE6ABE-3157-3697-7646-0A410487CE74}"/>
          </ac:picMkLst>
        </pc:picChg>
        <pc:picChg chg="add mod">
          <ac:chgData name="antoine poupon" userId="fba973d42df11d4b" providerId="LiveId" clId="{AE181CD8-0DB3-4393-9B06-FF32F32A550D}" dt="2026-08-13T19:37:50.668" v="111" actId="1076"/>
          <ac:picMkLst>
            <pc:docMk/>
            <pc:sldMk cId="3734394015" sldId="256"/>
            <ac:picMk id="29" creationId="{8AEF4BBC-91DE-FF8B-7413-9D37F4919521}"/>
          </ac:picMkLst>
        </pc:picChg>
        <pc:cxnChg chg="mod">
          <ac:chgData name="antoine poupon" userId="fba973d42df11d4b" providerId="LiveId" clId="{AE181CD8-0DB3-4393-9B06-FF32F32A550D}" dt="2026-08-13T19:31:29.121" v="85" actId="1076"/>
          <ac:cxnSpMkLst>
            <pc:docMk/>
            <pc:sldMk cId="3734394015" sldId="256"/>
            <ac:cxnSpMk id="6" creationId="{CA285040-E8FD-A40B-8960-33E67D4E0C43}"/>
          </ac:cxnSpMkLst>
        </pc:cxnChg>
        <pc:cxnChg chg="mod">
          <ac:chgData name="antoine poupon" userId="fba973d42df11d4b" providerId="LiveId" clId="{AE181CD8-0DB3-4393-9B06-FF32F32A550D}" dt="2026-08-13T19:31:29.121" v="85" actId="1076"/>
          <ac:cxnSpMkLst>
            <pc:docMk/>
            <pc:sldMk cId="3734394015" sldId="256"/>
            <ac:cxnSpMk id="8" creationId="{547B55A0-EA2E-8189-AF4F-EFC486B8D4A2}"/>
          </ac:cxnSpMkLst>
        </pc:cxnChg>
        <pc:cxnChg chg="add mod">
          <ac:chgData name="antoine poupon" userId="fba973d42df11d4b" providerId="LiveId" clId="{AE181CD8-0DB3-4393-9B06-FF32F32A550D}" dt="2026-08-13T19:38:48.725" v="161" actId="208"/>
          <ac:cxnSpMkLst>
            <pc:docMk/>
            <pc:sldMk cId="3734394015" sldId="256"/>
            <ac:cxnSpMk id="21" creationId="{A1D9097D-7373-41B8-9D87-C691B7E17817}"/>
          </ac:cxnSpMkLst>
        </pc:cxnChg>
        <pc:cxnChg chg="add mod">
          <ac:chgData name="antoine poupon" userId="fba973d42df11d4b" providerId="LiveId" clId="{AE181CD8-0DB3-4393-9B06-FF32F32A550D}" dt="2026-08-13T19:38:55.943" v="163" actId="208"/>
          <ac:cxnSpMkLst>
            <pc:docMk/>
            <pc:sldMk cId="3734394015" sldId="256"/>
            <ac:cxnSpMk id="23" creationId="{96359FC3-0AF8-8704-BE88-1D7EAF2EE99D}"/>
          </ac:cxnSpMkLst>
        </pc:cxnChg>
      </pc:sldChg>
      <pc:sldChg chg="addSp delSp modSp new mod">
        <pc:chgData name="antoine poupon" userId="fba973d42df11d4b" providerId="LiveId" clId="{AE181CD8-0DB3-4393-9B06-FF32F32A550D}" dt="2026-08-13T19:48:23.432" v="272" actId="1076"/>
        <pc:sldMkLst>
          <pc:docMk/>
          <pc:sldMk cId="1647430408" sldId="257"/>
        </pc:sldMkLst>
        <pc:spChg chg="del">
          <ac:chgData name="antoine poupon" userId="fba973d42df11d4b" providerId="LiveId" clId="{AE181CD8-0DB3-4393-9B06-FF32F32A550D}" dt="2026-08-13T19:46:49.479" v="168" actId="478"/>
          <ac:spMkLst>
            <pc:docMk/>
            <pc:sldMk cId="1647430408" sldId="257"/>
            <ac:spMk id="2" creationId="{278F5F6B-52CE-7A7C-2E84-A58FE965D183}"/>
          </ac:spMkLst>
        </pc:spChg>
        <pc:spChg chg="del">
          <ac:chgData name="antoine poupon" userId="fba973d42df11d4b" providerId="LiveId" clId="{AE181CD8-0DB3-4393-9B06-FF32F32A550D}" dt="2026-08-13T19:46:51.266" v="169" actId="478"/>
          <ac:spMkLst>
            <pc:docMk/>
            <pc:sldMk cId="1647430408" sldId="257"/>
            <ac:spMk id="3" creationId="{F39BC063-D3D2-C82C-29B3-2695BF50452D}"/>
          </ac:spMkLst>
        </pc:spChg>
        <pc:spChg chg="add mod">
          <ac:chgData name="antoine poupon" userId="fba973d42df11d4b" providerId="LiveId" clId="{AE181CD8-0DB3-4393-9B06-FF32F32A550D}" dt="2026-08-13T19:48:23.432" v="272" actId="1076"/>
          <ac:spMkLst>
            <pc:docMk/>
            <pc:sldMk cId="1647430408" sldId="257"/>
            <ac:spMk id="4" creationId="{8E3915B9-603D-96CA-114B-6434DC8478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0C08C-5957-1EFB-8D5E-BFA4719471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90F4BE-62BA-5113-70F1-4F8AD8A71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E4A70D-AAEF-52C6-30FF-C4FBE73A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A11E69-C387-29B3-612F-CAB54CF1B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E48E9E-F6EA-F1DF-2144-392BA456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98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371F0E-2CAC-A23E-9B4F-91C5CA761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60B85D-52F5-9C37-F4E1-156A81ABF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5980D4-DC60-AB42-CF0D-D47C0F15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3A065C-9E1B-08B8-5E66-D5065D650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0C3AE2-60BD-FA82-274E-7A51C26B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291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4EB00-EDE4-8F6A-4B87-D854A0F6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EBE533-2B1F-5BAC-7002-FB3A1B3D1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27A5D3-4CF8-0C72-405B-220B4445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3C3BD3-60D1-2892-4478-267E517A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F7B17D-D857-2D07-B343-E0A7DACB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90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100CC5-F39B-B9CA-0B65-41E837FD9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8CA86A-AD0F-2808-9780-C735EE26E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C5E36D-F300-3593-79A5-7AEEC8CB3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38AC69-F6C5-0B1C-91DF-7A7C3B2B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E39E24-922B-2A9E-7913-4BFB13E5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19F620-D438-0EF8-C34C-36CAEB06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85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0FB7B9-6109-3CF7-3AF9-83F0A5E71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8AC5A4-04AD-3CF6-6DD9-3326E4027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A263D9-36F4-7D78-3D4A-A4FECD78C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51C94D6-E3B5-3A10-AD14-185D9176F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F857235-8398-4107-41C3-B2FEAA142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A7F4C00-BB20-BF8E-9F49-5CC7F7C6B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056DEDF-24C1-A766-3A0A-F8ED13C9E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8D69360-EEC4-7AEE-4DD5-5581019B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83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06446-ACC7-4DB6-ED53-3E63F9C15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078141-F187-B1C5-EEAD-FADA9949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264DB26-0AC0-7170-D782-FD4E05B5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598DC9-D7D6-E452-7462-261C3D8F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69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843757-060E-F9DE-657F-2B695D7F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E5CE45-1E5C-C0A9-EB68-8A1E111E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183BE4-B9EA-4899-A615-DF9D4D3B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045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492A16-5F6D-C636-365D-D095A6C2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0FE4EA-2BD0-1205-EE8F-8BB8EA503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AAF6E26-BF71-2FB8-120B-D8BCDCA22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B801D2-CC19-1E74-BAD8-2E878BB4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00444E-72F7-9606-1AD8-2A4348354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05CB02-9CE1-37BB-278F-BF6EEB98B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62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AAEE0-BFAF-1349-B93F-886A3EDAA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898A3C6-8AD9-08D0-F75E-60C4F5B4A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7E8ECB-B056-72EA-CB36-953F195D5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2BF959-4BED-7D3E-B6A5-295C0BF6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0C00F9-4D5D-3136-E5F2-7A497BFC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B6572A-F354-AC0D-6F25-F43A6880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2075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8C388-9B99-86D2-75B9-07B25821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0F7552-EBC8-5A61-F94F-E13BE6F4F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2847E6-B762-7ED5-7548-B99EB175A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34413-4E17-CD5E-1C80-32FBE13E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D44271-7039-69B6-C493-C7906A4E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332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AD5CD5-90E7-3F51-854D-F783B83D5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DB1D6E-EBC7-25C0-AA94-8486FCA58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46DA89-D5CF-AD01-184C-35276A6D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7463E1-FF60-F51B-402C-FBAA1A383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AEE7CB-565C-BA1B-B87D-614A4B4E9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361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B3A8EA-D798-1237-EC5B-3EE66E42F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782D04-9E44-8769-C864-D1C900C1F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89EC6E-4FD7-C58D-475F-1A872F9B7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B36D2F-04AD-4CEF-902A-7AC71FA47388}" type="datetimeFigureOut">
              <a:rPr lang="fr-FR" smtClean="0"/>
              <a:t>13/08/2026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531C46-80C9-95A4-6133-3DBFB49E4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8426ED-AF97-1B95-FFC7-023813A58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97C84-ED0B-47A8-9FD8-723AEAA2022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886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4DF9422-9F0D-A486-C45F-FC1849398109}"/>
              </a:ext>
            </a:extLst>
          </p:cNvPr>
          <p:cNvSpPr txBox="1"/>
          <p:nvPr/>
        </p:nvSpPr>
        <p:spPr>
          <a:xfrm>
            <a:off x="4532670" y="255639"/>
            <a:ext cx="5112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/>
              <a:t>BE Real, </a:t>
            </a:r>
            <a:r>
              <a:rPr lang="fr-FR" sz="2400" b="1" u="sng" dirty="0" err="1"/>
              <a:t>Skateholders</a:t>
            </a:r>
            <a:endParaRPr lang="fr-FR" sz="2400" b="1" u="sng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A285040-E8FD-A40B-8960-33E67D4E0C43}"/>
              </a:ext>
            </a:extLst>
          </p:cNvPr>
          <p:cNvCxnSpPr/>
          <p:nvPr/>
        </p:nvCxnSpPr>
        <p:spPr>
          <a:xfrm>
            <a:off x="5919020" y="1042219"/>
            <a:ext cx="0" cy="48669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47B55A0-EA2E-8189-AF4F-EFC486B8D4A2}"/>
              </a:ext>
            </a:extLst>
          </p:cNvPr>
          <p:cNvCxnSpPr>
            <a:cxnSpLocks/>
          </p:cNvCxnSpPr>
          <p:nvPr/>
        </p:nvCxnSpPr>
        <p:spPr>
          <a:xfrm>
            <a:off x="639097" y="3362631"/>
            <a:ext cx="11149781" cy="88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09DEB7EC-8A4C-DDD4-58D0-5FDC1FFB482D}"/>
              </a:ext>
            </a:extLst>
          </p:cNvPr>
          <p:cNvSpPr txBox="1"/>
          <p:nvPr/>
        </p:nvSpPr>
        <p:spPr>
          <a:xfrm>
            <a:off x="5987846" y="1103865"/>
            <a:ext cx="5791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🟢 </a:t>
            </a:r>
            <a:r>
              <a:rPr lang="fr-FR" sz="1400" dirty="0" err="1"/>
              <a:t>Concepto</a:t>
            </a:r>
            <a:r>
              <a:rPr lang="fr-FR" sz="1400" dirty="0"/>
              <a:t> viral y </a:t>
            </a:r>
            <a:r>
              <a:rPr lang="fr-FR" sz="1400" dirty="0" err="1"/>
              <a:t>rápido</a:t>
            </a:r>
            <a:r>
              <a:rPr lang="fr-FR" sz="1400" dirty="0"/>
              <a:t> </a:t>
            </a:r>
            <a:r>
              <a:rPr lang="fr-FR" sz="1400" dirty="0" err="1"/>
              <a:t>crecimiento</a:t>
            </a:r>
            <a:r>
              <a:rPr lang="fr-FR" sz="1400" dirty="0"/>
              <a:t>: </a:t>
            </a:r>
            <a:r>
              <a:rPr lang="fr-FR" sz="1400" dirty="0" err="1"/>
              <a:t>modelo</a:t>
            </a:r>
            <a:r>
              <a:rPr lang="fr-FR" sz="1400" dirty="0"/>
              <a:t> de </a:t>
            </a:r>
            <a:r>
              <a:rPr lang="fr-FR" sz="1400" dirty="0" err="1"/>
              <a:t>captación</a:t>
            </a:r>
            <a:r>
              <a:rPr lang="fr-FR" sz="1400" dirty="0"/>
              <a:t> de </a:t>
            </a:r>
            <a:r>
              <a:rPr lang="fr-FR" sz="1400" dirty="0" err="1"/>
              <a:t>usuarios</a:t>
            </a:r>
            <a:r>
              <a:rPr lang="fr-FR" sz="1400" dirty="0"/>
              <a:t> </a:t>
            </a:r>
            <a:r>
              <a:rPr lang="fr-FR" sz="1400" dirty="0" err="1"/>
              <a:t>muy</a:t>
            </a:r>
            <a:r>
              <a:rPr lang="fr-FR" sz="1400" dirty="0"/>
              <a:t> </a:t>
            </a:r>
            <a:r>
              <a:rPr lang="fr-FR" sz="1400" dirty="0" err="1"/>
              <a:t>sólido</a:t>
            </a:r>
            <a:r>
              <a:rPr lang="fr-FR" sz="1400" dirty="0"/>
              <a:t> sin grandes </a:t>
            </a:r>
            <a:r>
              <a:rPr lang="fr-FR" sz="1400" dirty="0" err="1"/>
              <a:t>costes</a:t>
            </a:r>
            <a:r>
              <a:rPr lang="fr-FR" sz="1400" dirty="0"/>
              <a:t> de marketing, que </a:t>
            </a:r>
            <a:r>
              <a:rPr lang="fr-FR" sz="1400" dirty="0" err="1"/>
              <a:t>cautiva</a:t>
            </a:r>
            <a:r>
              <a:rPr lang="fr-FR" sz="1400" dirty="0"/>
              <a:t> de </a:t>
            </a:r>
            <a:r>
              <a:rPr lang="fr-FR" sz="1400" dirty="0" err="1"/>
              <a:t>inmediato</a:t>
            </a:r>
            <a:r>
              <a:rPr lang="fr-FR" sz="1400" dirty="0"/>
              <a:t> a los </a:t>
            </a:r>
            <a:r>
              <a:rPr lang="fr-FR" sz="1400" dirty="0" err="1"/>
              <a:t>inversores</a:t>
            </a:r>
            <a:r>
              <a:rPr lang="fr-FR" sz="1400" dirty="0"/>
              <a:t>.</a:t>
            </a:r>
          </a:p>
          <a:p>
            <a:r>
              <a:rPr lang="fr-FR" sz="1400" dirty="0"/>
              <a:t>🟢 </a:t>
            </a:r>
            <a:r>
              <a:rPr lang="fr-FR" sz="1400" dirty="0" err="1"/>
              <a:t>Posicionamiento</a:t>
            </a:r>
            <a:r>
              <a:rPr lang="fr-FR" sz="1400" dirty="0"/>
              <a:t> </a:t>
            </a:r>
            <a:r>
              <a:rPr lang="fr-FR" sz="1400" dirty="0" err="1"/>
              <a:t>diferenciador</a:t>
            </a:r>
            <a:r>
              <a:rPr lang="fr-FR" sz="1400" dirty="0"/>
              <a:t>: </a:t>
            </a:r>
            <a:r>
              <a:rPr lang="fr-FR" sz="1400" dirty="0" err="1"/>
              <a:t>innovación</a:t>
            </a:r>
            <a:r>
              <a:rPr lang="fr-FR" sz="1400" dirty="0"/>
              <a:t> </a:t>
            </a:r>
            <a:r>
              <a:rPr lang="fr-FR" sz="1400" dirty="0" err="1"/>
              <a:t>disruptiva</a:t>
            </a:r>
            <a:r>
              <a:rPr lang="fr-FR" sz="1400" dirty="0"/>
              <a:t> («Anti-Social Media») que </a:t>
            </a:r>
            <a:r>
              <a:rPr lang="fr-FR" sz="1400" dirty="0" err="1"/>
              <a:t>genera</a:t>
            </a:r>
            <a:r>
              <a:rPr lang="fr-FR" sz="1400" dirty="0"/>
              <a:t> un </a:t>
            </a:r>
            <a:r>
              <a:rPr lang="fr-FR" sz="1400" dirty="0" err="1"/>
              <a:t>fuerte</a:t>
            </a:r>
            <a:r>
              <a:rPr lang="fr-FR" sz="1400" dirty="0"/>
              <a:t> capital de marca.</a:t>
            </a:r>
          </a:p>
          <a:p>
            <a:r>
              <a:rPr lang="fr-FR" sz="1400" dirty="0"/>
              <a:t>🔴 Riesgo de </a:t>
            </a:r>
            <a:r>
              <a:rPr lang="fr-FR" sz="1400" dirty="0" err="1"/>
              <a:t>monetización</a:t>
            </a:r>
            <a:r>
              <a:rPr lang="fr-FR" sz="1400" dirty="0"/>
              <a:t>: la </a:t>
            </a:r>
            <a:r>
              <a:rPr lang="fr-FR" sz="1400" dirty="0" err="1"/>
              <a:t>falta</a:t>
            </a:r>
            <a:r>
              <a:rPr lang="fr-FR" sz="1400" dirty="0"/>
              <a:t> de </a:t>
            </a:r>
            <a:r>
              <a:rPr lang="fr-FR" sz="1400" dirty="0" err="1"/>
              <a:t>fuentes</a:t>
            </a:r>
            <a:r>
              <a:rPr lang="fr-FR" sz="1400" dirty="0"/>
              <a:t> de </a:t>
            </a:r>
            <a:r>
              <a:rPr lang="fr-FR" sz="1400" dirty="0" err="1"/>
              <a:t>ingresos</a:t>
            </a:r>
            <a:r>
              <a:rPr lang="fr-FR" sz="1400" dirty="0"/>
              <a:t> </a:t>
            </a:r>
            <a:r>
              <a:rPr lang="fr-FR" sz="1400" dirty="0" err="1"/>
              <a:t>claras</a:t>
            </a:r>
            <a:r>
              <a:rPr lang="fr-FR" sz="1400" dirty="0"/>
              <a:t> </a:t>
            </a:r>
            <a:r>
              <a:rPr lang="fr-FR" sz="1400" dirty="0" err="1"/>
              <a:t>preocupa</a:t>
            </a:r>
            <a:r>
              <a:rPr lang="fr-FR" sz="1400" dirty="0"/>
              <a:t> a los </a:t>
            </a:r>
            <a:r>
              <a:rPr lang="fr-FR" sz="1400" dirty="0" err="1"/>
              <a:t>inversores</a:t>
            </a:r>
            <a:r>
              <a:rPr lang="fr-FR" sz="1400" dirty="0"/>
              <a:t> en </a:t>
            </a:r>
            <a:r>
              <a:rPr lang="fr-FR" sz="1400" dirty="0" err="1"/>
              <a:t>cuanto</a:t>
            </a:r>
            <a:r>
              <a:rPr lang="fr-FR" sz="1400" dirty="0"/>
              <a:t> a la </a:t>
            </a:r>
            <a:r>
              <a:rPr lang="fr-FR" sz="1400" dirty="0" err="1"/>
              <a:t>rentabilidad</a:t>
            </a:r>
            <a:r>
              <a:rPr lang="fr-FR" sz="1400" dirty="0"/>
              <a:t> a largo </a:t>
            </a:r>
            <a:r>
              <a:rPr lang="fr-FR" sz="1400" dirty="0" err="1"/>
              <a:t>plazo</a:t>
            </a:r>
            <a:r>
              <a:rPr lang="fr-FR" sz="1400" dirty="0"/>
              <a:t>.</a:t>
            </a:r>
          </a:p>
          <a:p>
            <a:r>
              <a:rPr lang="fr-FR" sz="1400" dirty="0"/>
              <a:t>🔴 </a:t>
            </a:r>
            <a:r>
              <a:rPr lang="fr-FR" sz="1400" dirty="0" err="1"/>
              <a:t>Amenaza</a:t>
            </a:r>
            <a:r>
              <a:rPr lang="fr-FR" sz="1400" dirty="0"/>
              <a:t> de los </a:t>
            </a:r>
            <a:r>
              <a:rPr lang="fr-FR" sz="1400" dirty="0" err="1"/>
              <a:t>gigantes</a:t>
            </a:r>
            <a:r>
              <a:rPr lang="fr-FR" sz="1400" dirty="0"/>
              <a:t> </a:t>
            </a:r>
            <a:r>
              <a:rPr lang="fr-FR" sz="1400" dirty="0" err="1"/>
              <a:t>tecnológicos</a:t>
            </a:r>
            <a:r>
              <a:rPr lang="fr-FR" sz="1400" dirty="0"/>
              <a:t>: </a:t>
            </a:r>
            <a:r>
              <a:rPr lang="fr-FR" sz="1400" dirty="0" err="1"/>
              <a:t>vulnerabilidad</a:t>
            </a:r>
            <a:r>
              <a:rPr lang="fr-FR" sz="1400" dirty="0"/>
              <a:t> </a:t>
            </a:r>
            <a:r>
              <a:rPr lang="fr-FR" sz="1400" dirty="0" err="1"/>
              <a:t>frente</a:t>
            </a:r>
            <a:r>
              <a:rPr lang="fr-FR" sz="1400" dirty="0"/>
              <a:t> a las copias </a:t>
            </a:r>
            <a:r>
              <a:rPr lang="fr-FR" sz="1400" dirty="0" err="1"/>
              <a:t>directas</a:t>
            </a:r>
            <a:r>
              <a:rPr lang="fr-FR" sz="1400" dirty="0"/>
              <a:t> (</a:t>
            </a:r>
            <a:r>
              <a:rPr lang="fr-FR" sz="1400" dirty="0" err="1"/>
              <a:t>TikTok</a:t>
            </a:r>
            <a:r>
              <a:rPr lang="fr-FR" sz="1400" dirty="0"/>
              <a:t>, Instagram) que </a:t>
            </a:r>
            <a:r>
              <a:rPr lang="fr-FR" sz="1400" dirty="0" err="1"/>
              <a:t>podrían</a:t>
            </a:r>
            <a:r>
              <a:rPr lang="fr-FR" sz="1400" dirty="0"/>
              <a:t> </a:t>
            </a:r>
            <a:r>
              <a:rPr lang="fr-FR" sz="1400" dirty="0" err="1"/>
              <a:t>asfixiar</a:t>
            </a:r>
            <a:r>
              <a:rPr lang="fr-FR" sz="1400" dirty="0"/>
              <a:t> a la </a:t>
            </a:r>
            <a:r>
              <a:rPr lang="fr-FR" sz="1400" dirty="0" err="1"/>
              <a:t>empresa</a:t>
            </a:r>
            <a:r>
              <a:rPr lang="fr-FR" sz="1400" dirty="0"/>
              <a:t>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74FBA74-74E3-B10F-8392-920BAEA0A026}"/>
              </a:ext>
            </a:extLst>
          </p:cNvPr>
          <p:cNvSpPr txBox="1"/>
          <p:nvPr/>
        </p:nvSpPr>
        <p:spPr>
          <a:xfrm>
            <a:off x="540774" y="1157942"/>
            <a:ext cx="54175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🟢 Reducción de la presión social: menos ansiedad relacionada con la búsqueda de la «foto perfecta» gracias a la función de doble foto instantánea.</a:t>
            </a:r>
          </a:p>
          <a:p>
            <a:r>
              <a:rPr lang="es-ES" sz="1400" dirty="0"/>
              <a:t>🟢 Modelo centrado en la salud mental: uso puntual (unos minutos al día) que evita el desplazamiento infinito (</a:t>
            </a:r>
            <a:r>
              <a:rPr lang="es-ES" sz="1400" dirty="0" err="1"/>
              <a:t>doomscrolling</a:t>
            </a:r>
            <a:r>
              <a:rPr lang="es-ES" sz="1400" dirty="0"/>
              <a:t>). </a:t>
            </a:r>
          </a:p>
          <a:p>
            <a:r>
              <a:rPr lang="fr-FR" sz="1400" dirty="0"/>
              <a:t>🔴</a:t>
            </a:r>
            <a:r>
              <a:rPr lang="es-ES" sz="1400" dirty="0"/>
              <a:t> Aburrimiento y desinterés (</a:t>
            </a:r>
            <a:r>
              <a:rPr lang="es-ES" sz="1400" dirty="0" err="1"/>
              <a:t>churn</a:t>
            </a:r>
            <a:r>
              <a:rPr lang="es-ES" sz="1400" dirty="0"/>
              <a:t>): la repetitividad del día a día hace que la red resulte aburrida a la larga, lo que lleva a abandonar la aplicación.</a:t>
            </a:r>
            <a:endParaRPr lang="fr-FR" sz="1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A7C6DBE-6006-C357-E24E-EAF6842D5CFB}"/>
              </a:ext>
            </a:extLst>
          </p:cNvPr>
          <p:cNvSpPr txBox="1"/>
          <p:nvPr/>
        </p:nvSpPr>
        <p:spPr>
          <a:xfrm>
            <a:off x="6007510" y="3965053"/>
            <a:ext cx="54175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🟢 Imagen positiva de moderación digital: es bien valorada por los observadores de la sociedad en comparación con los algoritmos adictivos de TikTok/Meta.</a:t>
            </a:r>
          </a:p>
          <a:p>
            <a:r>
              <a:rPr lang="es-ES" sz="1400" dirty="0"/>
              <a:t>🔴 Riesgos de vulnerar la privacidad: las notificaciones instantáneas llevan a fotografiar sin darse cuenta datos confidenciales (pantallas, trabajo) o lugares privados.</a:t>
            </a:r>
            <a:endParaRPr lang="fr-FR" sz="14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D292483-178E-E81A-8282-D2F80D9485E3}"/>
              </a:ext>
            </a:extLst>
          </p:cNvPr>
          <p:cNvSpPr txBox="1"/>
          <p:nvPr/>
        </p:nvSpPr>
        <p:spPr>
          <a:xfrm>
            <a:off x="491613" y="4038795"/>
            <a:ext cx="54175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🟢 Canal de autenticidad sin filtros: oportunidad para que las marcas muestren su día a día de forma totalmente natural.</a:t>
            </a:r>
          </a:p>
          <a:p>
            <a:r>
              <a:rPr lang="es-ES" sz="1400" dirty="0"/>
              <a:t>🔴 Ausencia de herramientas de marketing específicas: falta de segmentación publicitaria, de gestión de anuncios y de métricas de audiencia para convencer a los anunciantes.</a:t>
            </a:r>
            <a:endParaRPr lang="fr-FR" sz="1400" dirty="0"/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A1D9097D-7373-41B8-9D87-C691B7E17817}"/>
              </a:ext>
            </a:extLst>
          </p:cNvPr>
          <p:cNvCxnSpPr>
            <a:cxnSpLocks/>
          </p:cNvCxnSpPr>
          <p:nvPr/>
        </p:nvCxnSpPr>
        <p:spPr>
          <a:xfrm>
            <a:off x="240891" y="727587"/>
            <a:ext cx="0" cy="54421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96359FC3-0AF8-8704-BE88-1D7EAF2EE99D}"/>
              </a:ext>
            </a:extLst>
          </p:cNvPr>
          <p:cNvCxnSpPr>
            <a:cxnSpLocks/>
            <a:endCxn id="26" idx="3"/>
          </p:cNvCxnSpPr>
          <p:nvPr/>
        </p:nvCxnSpPr>
        <p:spPr>
          <a:xfrm>
            <a:off x="240891" y="6169740"/>
            <a:ext cx="11459497" cy="58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riangle isocèle 23">
            <a:extLst>
              <a:ext uri="{FF2B5EF4-FFF2-40B4-BE49-F238E27FC236}">
                <a16:creationId xmlns:a16="http://schemas.microsoft.com/office/drawing/2014/main" id="{D21EBE63-5106-2E79-798F-9EECB3F831AB}"/>
              </a:ext>
            </a:extLst>
          </p:cNvPr>
          <p:cNvSpPr/>
          <p:nvPr/>
        </p:nvSpPr>
        <p:spPr>
          <a:xfrm>
            <a:off x="108155" y="580103"/>
            <a:ext cx="285135" cy="21631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riangle isocèle 25">
            <a:extLst>
              <a:ext uri="{FF2B5EF4-FFF2-40B4-BE49-F238E27FC236}">
                <a16:creationId xmlns:a16="http://schemas.microsoft.com/office/drawing/2014/main" id="{AE012EA7-137E-00C7-87EA-F5D0BDB49BBC}"/>
              </a:ext>
            </a:extLst>
          </p:cNvPr>
          <p:cNvSpPr/>
          <p:nvPr/>
        </p:nvSpPr>
        <p:spPr>
          <a:xfrm rot="5400000">
            <a:off x="11665975" y="6120582"/>
            <a:ext cx="285135" cy="216310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7" name="Image 26" descr="Fichier:Logo-BeReal.png — Wikipédia">
            <a:extLst>
              <a:ext uri="{FF2B5EF4-FFF2-40B4-BE49-F238E27FC236}">
                <a16:creationId xmlns:a16="http://schemas.microsoft.com/office/drawing/2014/main" id="{2BDE6ABE-3157-3697-7646-0A410487C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445" y="90267"/>
            <a:ext cx="851566" cy="831047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8AEF4BBC-91DE-FF8B-7413-9D37F4919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4218" y="0"/>
            <a:ext cx="1207782" cy="1042219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F939C11A-373D-8093-A361-E42A8D052DE2}"/>
              </a:ext>
            </a:extLst>
          </p:cNvPr>
          <p:cNvSpPr txBox="1"/>
          <p:nvPr/>
        </p:nvSpPr>
        <p:spPr>
          <a:xfrm>
            <a:off x="117988" y="6488668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POUPON Antoine – </a:t>
            </a:r>
            <a:r>
              <a:rPr lang="fr-FR" dirty="0" err="1"/>
              <a:t>Ingenieria</a:t>
            </a:r>
            <a:r>
              <a:rPr lang="fr-FR" dirty="0"/>
              <a:t> de </a:t>
            </a:r>
            <a:r>
              <a:rPr lang="fr-FR" dirty="0" err="1"/>
              <a:t>datos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34394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E3915B9-603D-96CA-114B-6434DC84787D}"/>
              </a:ext>
            </a:extLst>
          </p:cNvPr>
          <p:cNvSpPr txBox="1"/>
          <p:nvPr/>
        </p:nvSpPr>
        <p:spPr>
          <a:xfrm>
            <a:off x="1091380" y="157317"/>
            <a:ext cx="945863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🟩 </a:t>
            </a:r>
            <a:r>
              <a:rPr lang="fr-FR" sz="1400" b="1" dirty="0"/>
              <a:t>1. Stakeholders: </a:t>
            </a:r>
            <a:r>
              <a:rPr lang="fr-FR" sz="1400" b="1" dirty="0" err="1"/>
              <a:t>Inversores</a:t>
            </a:r>
            <a:r>
              <a:rPr lang="fr-FR" sz="1400" b="1" dirty="0"/>
              <a:t> y Dirección</a:t>
            </a:r>
            <a:endParaRPr lang="fr-FR" sz="1400" dirty="0"/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de </a:t>
            </a:r>
            <a:r>
              <a:rPr lang="fr-FR" sz="1400" b="1" dirty="0" err="1"/>
              <a:t>Negocio</a:t>
            </a:r>
            <a:r>
              <a:rPr lang="fr-FR" sz="1400" b="1" dirty="0"/>
              <a:t> (</a:t>
            </a:r>
            <a:r>
              <a:rPr lang="fr-FR" sz="1400" b="1" dirty="0" err="1"/>
              <a:t>Monetización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Desarrollar</a:t>
            </a:r>
            <a:r>
              <a:rPr lang="fr-FR" sz="1400" dirty="0"/>
              <a:t> un </a:t>
            </a:r>
            <a:r>
              <a:rPr lang="fr-FR" sz="1400" dirty="0" err="1"/>
              <a:t>modelo</a:t>
            </a:r>
            <a:r>
              <a:rPr lang="fr-FR" sz="1400" dirty="0"/>
              <a:t> </a:t>
            </a:r>
            <a:r>
              <a:rPr lang="fr-FR" sz="1400" dirty="0" err="1"/>
              <a:t>económico</a:t>
            </a:r>
            <a:r>
              <a:rPr lang="fr-FR" sz="1400" dirty="0"/>
              <a:t> que no </a:t>
            </a:r>
            <a:r>
              <a:rPr lang="fr-FR" sz="1400" dirty="0" err="1"/>
              <a:t>traicione</a:t>
            </a:r>
            <a:r>
              <a:rPr lang="fr-FR" sz="1400" dirty="0"/>
              <a:t> el ADN de la </a:t>
            </a:r>
            <a:r>
              <a:rPr lang="fr-FR" sz="1400" dirty="0" err="1"/>
              <a:t>aplicación</a:t>
            </a:r>
            <a:r>
              <a:rPr lang="fr-FR" sz="1400" dirty="0"/>
              <a:t> (p. </a:t>
            </a:r>
            <a:r>
              <a:rPr lang="fr-FR" sz="1400" dirty="0" err="1"/>
              <a:t>ej</a:t>
            </a:r>
            <a:r>
              <a:rPr lang="fr-FR" sz="1400" dirty="0"/>
              <a:t>., </a:t>
            </a:r>
            <a:r>
              <a:rPr lang="fr-FR" sz="1400" dirty="0" err="1"/>
              <a:t>suscripciones</a:t>
            </a:r>
            <a:r>
              <a:rPr lang="fr-FR" sz="1400" dirty="0"/>
              <a:t> </a:t>
            </a:r>
            <a:r>
              <a:rPr lang="fr-FR" sz="1400" i="1" dirty="0"/>
              <a:t>freemium</a:t>
            </a:r>
            <a:r>
              <a:rPr lang="fr-FR" sz="1400" dirty="0"/>
              <a:t>, </a:t>
            </a:r>
            <a:r>
              <a:rPr lang="fr-FR" sz="1400" dirty="0" err="1"/>
              <a:t>funcionalidades</a:t>
            </a:r>
            <a:r>
              <a:rPr lang="fr-FR" sz="1400" dirty="0"/>
              <a:t> </a:t>
            </a:r>
            <a:r>
              <a:rPr lang="fr-FR" sz="1400" dirty="0" err="1"/>
              <a:t>exclusivas</a:t>
            </a:r>
            <a:r>
              <a:rPr lang="fr-FR" sz="1400" dirty="0"/>
              <a:t>, </a:t>
            </a:r>
            <a:r>
              <a:rPr lang="fr-FR" sz="1400" dirty="0" err="1"/>
              <a:t>asociaciones</a:t>
            </a:r>
            <a:r>
              <a:rPr lang="fr-FR" sz="1400" dirty="0"/>
              <a:t> de marca no </a:t>
            </a:r>
            <a:r>
              <a:rPr lang="fr-FR" sz="1400" dirty="0" err="1"/>
              <a:t>intrusivas</a:t>
            </a:r>
            <a:r>
              <a:rPr lang="fr-FR" sz="1400" dirty="0"/>
              <a:t>).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</a:t>
            </a:r>
            <a:r>
              <a:rPr lang="fr-FR" sz="1400" b="1" dirty="0" err="1"/>
              <a:t>Estratégico</a:t>
            </a:r>
            <a:r>
              <a:rPr lang="fr-FR" sz="1400" b="1" dirty="0"/>
              <a:t> (</a:t>
            </a:r>
            <a:r>
              <a:rPr lang="fr-FR" sz="1400" b="1" dirty="0" err="1"/>
              <a:t>Defensa</a:t>
            </a:r>
            <a:r>
              <a:rPr lang="fr-FR" sz="1400" b="1" dirty="0"/>
              <a:t> </a:t>
            </a:r>
            <a:r>
              <a:rPr lang="fr-FR" sz="1400" b="1" dirty="0" err="1"/>
              <a:t>del</a:t>
            </a:r>
            <a:r>
              <a:rPr lang="fr-FR" sz="1400" b="1" dirty="0"/>
              <a:t> </a:t>
            </a:r>
            <a:r>
              <a:rPr lang="fr-FR" sz="1400" b="1" dirty="0" err="1"/>
              <a:t>mercado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Crear</a:t>
            </a:r>
            <a:r>
              <a:rPr lang="fr-FR" sz="1400" dirty="0"/>
              <a:t> barreras </a:t>
            </a:r>
            <a:r>
              <a:rPr lang="fr-FR" sz="1400" dirty="0" err="1"/>
              <a:t>basadas</a:t>
            </a:r>
            <a:r>
              <a:rPr lang="fr-FR" sz="1400" dirty="0"/>
              <a:t> en el </a:t>
            </a:r>
            <a:r>
              <a:rPr lang="fr-FR" sz="1400" dirty="0" err="1"/>
              <a:t>verdadero</a:t>
            </a:r>
            <a:r>
              <a:rPr lang="fr-FR" sz="1400" dirty="0"/>
              <a:t> </a:t>
            </a:r>
            <a:r>
              <a:rPr lang="fr-FR" sz="1400" dirty="0" err="1"/>
              <a:t>valor</a:t>
            </a:r>
            <a:r>
              <a:rPr lang="fr-FR" sz="1400" dirty="0"/>
              <a:t> de </a:t>
            </a:r>
            <a:r>
              <a:rPr lang="fr-FR" sz="1400" dirty="0" err="1"/>
              <a:t>uso</a:t>
            </a:r>
            <a:r>
              <a:rPr lang="fr-FR" sz="1400" dirty="0"/>
              <a:t> (</a:t>
            </a:r>
            <a:r>
              <a:rPr lang="fr-FR" sz="1400" dirty="0" err="1"/>
              <a:t>como</a:t>
            </a:r>
            <a:r>
              <a:rPr lang="fr-FR" sz="1400" dirty="0"/>
              <a:t> la </a:t>
            </a:r>
            <a:r>
              <a:rPr lang="fr-FR" sz="1400" dirty="0" err="1"/>
              <a:t>funcionalidad</a:t>
            </a:r>
            <a:r>
              <a:rPr lang="fr-FR" sz="1400" dirty="0"/>
              <a:t> </a:t>
            </a:r>
            <a:r>
              <a:rPr lang="fr-FR" sz="1400" i="1" dirty="0" err="1"/>
              <a:t>RealGroups</a:t>
            </a:r>
            <a:r>
              <a:rPr lang="fr-FR" sz="1400" dirty="0"/>
              <a:t> o el </a:t>
            </a:r>
            <a:r>
              <a:rPr lang="fr-FR" sz="1400" dirty="0" err="1"/>
              <a:t>feed</a:t>
            </a:r>
            <a:r>
              <a:rPr lang="fr-FR" sz="1400" dirty="0"/>
              <a:t> </a:t>
            </a:r>
            <a:r>
              <a:rPr lang="fr-FR" sz="1400" i="1" dirty="0"/>
              <a:t>Friends2Friends</a:t>
            </a:r>
            <a:r>
              <a:rPr lang="fr-FR" sz="1400" dirty="0"/>
              <a:t>) para </a:t>
            </a:r>
            <a:r>
              <a:rPr lang="fr-FR" sz="1400" dirty="0" err="1"/>
              <a:t>resistir</a:t>
            </a:r>
            <a:r>
              <a:rPr lang="fr-FR" sz="1400" dirty="0"/>
              <a:t> las copias de los </a:t>
            </a:r>
            <a:r>
              <a:rPr lang="fr-FR" sz="1400" dirty="0" err="1"/>
              <a:t>gigantes</a:t>
            </a:r>
            <a:r>
              <a:rPr lang="fr-FR" sz="1400" dirty="0"/>
              <a:t> (Meta, </a:t>
            </a:r>
            <a:r>
              <a:rPr lang="fr-FR" sz="1400" dirty="0" err="1"/>
              <a:t>TikTok</a:t>
            </a:r>
            <a:r>
              <a:rPr lang="fr-FR" sz="1400" dirty="0"/>
              <a:t>).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de </a:t>
            </a:r>
            <a:r>
              <a:rPr lang="fr-FR" sz="1400" b="1" dirty="0" err="1"/>
              <a:t>Crecimiento</a:t>
            </a:r>
            <a:r>
              <a:rPr lang="fr-FR" sz="1400" b="1" dirty="0"/>
              <a:t> (</a:t>
            </a:r>
            <a:r>
              <a:rPr lang="fr-FR" sz="1400" b="1" dirty="0" err="1"/>
              <a:t>Retención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Estabilizar</a:t>
            </a:r>
            <a:r>
              <a:rPr lang="fr-FR" sz="1400" dirty="0"/>
              <a:t> la </a:t>
            </a:r>
            <a:r>
              <a:rPr lang="fr-FR" sz="1400" dirty="0" err="1"/>
              <a:t>tasa</a:t>
            </a:r>
            <a:r>
              <a:rPr lang="fr-FR" sz="1400" dirty="0"/>
              <a:t> de </a:t>
            </a:r>
            <a:r>
              <a:rPr lang="fr-FR" sz="1400" dirty="0" err="1"/>
              <a:t>usuarios</a:t>
            </a:r>
            <a:r>
              <a:rPr lang="fr-FR" sz="1400" dirty="0"/>
              <a:t> </a:t>
            </a:r>
            <a:r>
              <a:rPr lang="fr-FR" sz="1400" dirty="0" err="1"/>
              <a:t>activos</a:t>
            </a:r>
            <a:r>
              <a:rPr lang="fr-FR" sz="1400" dirty="0"/>
              <a:t> </a:t>
            </a:r>
            <a:r>
              <a:rPr lang="fr-FR" sz="1400" dirty="0" err="1"/>
              <a:t>diarios</a:t>
            </a:r>
            <a:r>
              <a:rPr lang="fr-FR" sz="1400" dirty="0"/>
              <a:t> ($DAU$) </a:t>
            </a:r>
            <a:r>
              <a:rPr lang="fr-FR" sz="1400" dirty="0" err="1"/>
              <a:t>más</a:t>
            </a:r>
            <a:r>
              <a:rPr lang="fr-FR" sz="1400" dirty="0"/>
              <a:t> </a:t>
            </a:r>
            <a:r>
              <a:rPr lang="fr-FR" sz="1400" dirty="0" err="1"/>
              <a:t>allá</a:t>
            </a:r>
            <a:r>
              <a:rPr lang="fr-FR" sz="1400" dirty="0"/>
              <a:t> </a:t>
            </a:r>
            <a:r>
              <a:rPr lang="fr-FR" sz="1400" dirty="0" err="1"/>
              <a:t>del</a:t>
            </a:r>
            <a:r>
              <a:rPr lang="fr-FR" sz="1400" dirty="0"/>
              <a:t> </a:t>
            </a:r>
            <a:r>
              <a:rPr lang="fr-FR" sz="1400" dirty="0" err="1"/>
              <a:t>efecto</a:t>
            </a:r>
            <a:r>
              <a:rPr lang="fr-FR" sz="1400" dirty="0"/>
              <a:t> de </a:t>
            </a:r>
            <a:r>
              <a:rPr lang="fr-FR" sz="1400" dirty="0" err="1"/>
              <a:t>moda</a:t>
            </a:r>
            <a:r>
              <a:rPr lang="fr-FR" sz="1400" dirty="0"/>
              <a:t> </a:t>
            </a:r>
            <a:r>
              <a:rPr lang="fr-FR" sz="1400" dirty="0" err="1"/>
              <a:t>inicial</a:t>
            </a:r>
            <a:r>
              <a:rPr lang="fr-FR" sz="1400" dirty="0"/>
              <a:t>. </a:t>
            </a:r>
          </a:p>
          <a:p>
            <a:pPr lvl="0"/>
            <a:endParaRPr lang="fr-FR" sz="1400" dirty="0"/>
          </a:p>
          <a:p>
            <a:r>
              <a:rPr lang="fr-FR" sz="1400" b="1" dirty="0"/>
              <a:t>🟦 2. Stakeholders: </a:t>
            </a:r>
            <a:r>
              <a:rPr lang="fr-FR" sz="1400" b="1" dirty="0" err="1"/>
              <a:t>Usuarios</a:t>
            </a:r>
            <a:r>
              <a:rPr lang="fr-FR" sz="1400" b="1" dirty="0"/>
              <a:t> (Gen Z)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</a:t>
            </a:r>
            <a:r>
              <a:rPr lang="fr-FR" sz="1400" b="1" dirty="0" err="1"/>
              <a:t>Funcional</a:t>
            </a:r>
            <a:r>
              <a:rPr lang="fr-FR" sz="1400" b="1" dirty="0"/>
              <a:t> (</a:t>
            </a:r>
            <a:r>
              <a:rPr lang="fr-FR" sz="1400" b="1" dirty="0" err="1"/>
              <a:t>Simultaneidad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Activar</a:t>
            </a:r>
            <a:r>
              <a:rPr lang="fr-FR" sz="1400" dirty="0"/>
              <a:t> </a:t>
            </a:r>
            <a:r>
              <a:rPr lang="fr-FR" sz="1400" dirty="0" err="1"/>
              <a:t>una</a:t>
            </a:r>
            <a:r>
              <a:rPr lang="fr-FR" sz="1400" dirty="0"/>
              <a:t> </a:t>
            </a:r>
            <a:r>
              <a:rPr lang="fr-FR" sz="1400" dirty="0" err="1"/>
              <a:t>notificación</a:t>
            </a:r>
            <a:r>
              <a:rPr lang="fr-FR" sz="1400" dirty="0"/>
              <a:t> Push global e </a:t>
            </a:r>
            <a:r>
              <a:rPr lang="fr-FR" sz="1400" dirty="0" err="1"/>
              <a:t>impredecible</a:t>
            </a:r>
            <a:r>
              <a:rPr lang="fr-FR" sz="1400" dirty="0"/>
              <a:t> </a:t>
            </a:r>
            <a:r>
              <a:rPr lang="fr-FR" sz="1400" dirty="0" err="1"/>
              <a:t>una</a:t>
            </a:r>
            <a:r>
              <a:rPr lang="fr-FR" sz="1400" dirty="0"/>
              <a:t> </a:t>
            </a:r>
            <a:r>
              <a:rPr lang="fr-FR" sz="1400" dirty="0" err="1"/>
              <a:t>vez</a:t>
            </a:r>
            <a:r>
              <a:rPr lang="fr-FR" sz="1400" dirty="0"/>
              <a:t> al </a:t>
            </a:r>
            <a:r>
              <a:rPr lang="fr-FR" sz="1400" dirty="0" err="1"/>
              <a:t>día</a:t>
            </a:r>
            <a:r>
              <a:rPr lang="fr-FR" sz="1400" dirty="0"/>
              <a:t> (</a:t>
            </a:r>
            <a:r>
              <a:rPr lang="fr-FR" sz="1400" i="1" dirty="0"/>
              <a:t>"Time to BeReal"</a:t>
            </a:r>
            <a:r>
              <a:rPr lang="fr-FR" sz="1400" dirty="0"/>
              <a:t>).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de </a:t>
            </a:r>
            <a:r>
              <a:rPr lang="fr-FR" sz="1400" b="1" dirty="0" err="1"/>
              <a:t>Producto</a:t>
            </a:r>
            <a:r>
              <a:rPr lang="fr-FR" sz="1400" b="1" dirty="0"/>
              <a:t> (Doble </a:t>
            </a:r>
            <a:r>
              <a:rPr lang="fr-FR" sz="1400" b="1" dirty="0" err="1"/>
              <a:t>cámara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Capturar</a:t>
            </a:r>
            <a:r>
              <a:rPr lang="fr-FR" sz="1400" dirty="0"/>
              <a:t> </a:t>
            </a:r>
            <a:r>
              <a:rPr lang="fr-FR" sz="1400" dirty="0" err="1"/>
              <a:t>simultáneamente</a:t>
            </a:r>
            <a:r>
              <a:rPr lang="fr-FR" sz="1400" dirty="0"/>
              <a:t> la </a:t>
            </a:r>
            <a:r>
              <a:rPr lang="fr-FR" sz="1400" dirty="0" err="1"/>
              <a:t>foto</a:t>
            </a:r>
            <a:r>
              <a:rPr lang="fr-FR" sz="1400" dirty="0"/>
              <a:t> frontal y la </a:t>
            </a:r>
            <a:r>
              <a:rPr lang="fr-FR" sz="1400" dirty="0" err="1"/>
              <a:t>trasera</a:t>
            </a:r>
            <a:r>
              <a:rPr lang="fr-FR" sz="1400" dirty="0"/>
              <a:t> </a:t>
            </a:r>
            <a:r>
              <a:rPr lang="fr-FR" sz="1400" dirty="0" err="1"/>
              <a:t>dentro</a:t>
            </a:r>
            <a:r>
              <a:rPr lang="fr-FR" sz="1400" dirty="0"/>
              <a:t> de </a:t>
            </a:r>
            <a:r>
              <a:rPr lang="fr-FR" sz="1400" dirty="0" err="1"/>
              <a:t>una</a:t>
            </a:r>
            <a:r>
              <a:rPr lang="fr-FR" sz="1400" dirty="0"/>
              <a:t> </a:t>
            </a:r>
            <a:r>
              <a:rPr lang="fr-FR" sz="1400" dirty="0" err="1"/>
              <a:t>ventana</a:t>
            </a:r>
            <a:r>
              <a:rPr lang="fr-FR" sz="1400" dirty="0"/>
              <a:t> </a:t>
            </a:r>
            <a:r>
              <a:rPr lang="fr-FR" sz="1400" dirty="0" err="1"/>
              <a:t>estricta</a:t>
            </a:r>
            <a:r>
              <a:rPr lang="fr-FR" sz="1400" dirty="0"/>
              <a:t> de 2 </a:t>
            </a:r>
            <a:r>
              <a:rPr lang="fr-FR" sz="1400" dirty="0" err="1"/>
              <a:t>minutos</a:t>
            </a:r>
            <a:r>
              <a:rPr lang="fr-FR" sz="1400" dirty="0"/>
              <a:t>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de UX (Anti-</a:t>
            </a:r>
            <a:r>
              <a:rPr lang="fr-FR" sz="1400" b="1" dirty="0" err="1"/>
              <a:t>filtro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Prohibir</a:t>
            </a:r>
            <a:r>
              <a:rPr lang="fr-FR" sz="1400" dirty="0"/>
              <a:t> </a:t>
            </a:r>
            <a:r>
              <a:rPr lang="fr-FR" sz="1400" dirty="0" err="1"/>
              <a:t>formalmente</a:t>
            </a:r>
            <a:r>
              <a:rPr lang="fr-FR" sz="1400" dirty="0"/>
              <a:t> las </a:t>
            </a:r>
            <a:r>
              <a:rPr lang="fr-FR" sz="1400" dirty="0" err="1"/>
              <a:t>herramientas</a:t>
            </a:r>
            <a:r>
              <a:rPr lang="fr-FR" sz="1400" dirty="0"/>
              <a:t> de </a:t>
            </a:r>
            <a:r>
              <a:rPr lang="fr-FR" sz="1400" dirty="0" err="1"/>
              <a:t>edición</a:t>
            </a:r>
            <a:r>
              <a:rPr lang="fr-FR" sz="1400" dirty="0"/>
              <a:t>, retoque o </a:t>
            </a:r>
            <a:r>
              <a:rPr lang="fr-FR" sz="1400" dirty="0" err="1"/>
              <a:t>filtros</a:t>
            </a:r>
            <a:r>
              <a:rPr lang="fr-FR" sz="1400" dirty="0"/>
              <a:t> de </a:t>
            </a:r>
            <a:r>
              <a:rPr lang="fr-FR" sz="1400" dirty="0" err="1"/>
              <a:t>belleza</a:t>
            </a:r>
            <a:r>
              <a:rPr lang="fr-FR" sz="1400" dirty="0"/>
              <a:t> en las </a:t>
            </a:r>
            <a:r>
              <a:rPr lang="fr-FR" sz="1400" dirty="0" err="1"/>
              <a:t>fotos</a:t>
            </a:r>
            <a:r>
              <a:rPr lang="fr-FR" sz="1400" dirty="0"/>
              <a:t>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</a:t>
            </a:r>
            <a:r>
              <a:rPr lang="fr-FR" sz="1400" b="1" dirty="0" err="1"/>
              <a:t>Psicológico</a:t>
            </a:r>
            <a:r>
              <a:rPr lang="fr-FR" sz="1400" b="1" dirty="0"/>
              <a:t> (Salud mental):</a:t>
            </a:r>
            <a:r>
              <a:rPr lang="fr-FR" sz="1400" dirty="0"/>
              <a:t> </a:t>
            </a:r>
            <a:r>
              <a:rPr lang="fr-FR" sz="1400" dirty="0" err="1"/>
              <a:t>Evitar</a:t>
            </a:r>
            <a:r>
              <a:rPr lang="fr-FR" sz="1400" dirty="0"/>
              <a:t> el </a:t>
            </a:r>
            <a:r>
              <a:rPr lang="fr-FR" sz="1400" i="1" dirty="0" err="1"/>
              <a:t>doomscrolling</a:t>
            </a:r>
            <a:r>
              <a:rPr lang="fr-FR" sz="1400" dirty="0"/>
              <a:t> al no </a:t>
            </a:r>
            <a:r>
              <a:rPr lang="fr-FR" sz="1400" dirty="0" err="1"/>
              <a:t>permitir</a:t>
            </a:r>
            <a:r>
              <a:rPr lang="fr-FR" sz="1400" dirty="0"/>
              <a:t> </a:t>
            </a:r>
            <a:r>
              <a:rPr lang="fr-FR" sz="1400" dirty="0" err="1"/>
              <a:t>revisar</a:t>
            </a:r>
            <a:r>
              <a:rPr lang="fr-FR" sz="1400" dirty="0"/>
              <a:t> el </a:t>
            </a:r>
            <a:r>
              <a:rPr lang="fr-FR" sz="1400" dirty="0" err="1"/>
              <a:t>contenido</a:t>
            </a:r>
            <a:r>
              <a:rPr lang="fr-FR" sz="1400" dirty="0"/>
              <a:t> </a:t>
            </a:r>
            <a:r>
              <a:rPr lang="fr-FR" sz="1400" dirty="0" err="1"/>
              <a:t>indefinidamente</a:t>
            </a:r>
            <a:r>
              <a:rPr lang="fr-FR" sz="1400" dirty="0"/>
              <a:t> y </a:t>
            </a:r>
            <a:r>
              <a:rPr lang="fr-FR" sz="1400" dirty="0" err="1"/>
              <a:t>eliminar</a:t>
            </a:r>
            <a:r>
              <a:rPr lang="fr-FR" sz="1400" dirty="0"/>
              <a:t> las </a:t>
            </a:r>
            <a:r>
              <a:rPr lang="fr-FR" sz="1400" dirty="0" err="1"/>
              <a:t>fotos</a:t>
            </a:r>
            <a:r>
              <a:rPr lang="fr-FR" sz="1400" dirty="0"/>
              <a:t> </a:t>
            </a:r>
            <a:r>
              <a:rPr lang="fr-FR" sz="1400" dirty="0" err="1"/>
              <a:t>después</a:t>
            </a:r>
            <a:r>
              <a:rPr lang="fr-FR" sz="1400" dirty="0"/>
              <a:t> de 24 horas. </a:t>
            </a:r>
          </a:p>
          <a:p>
            <a:pPr lvl="0"/>
            <a:endParaRPr lang="fr-FR" sz="1400" dirty="0"/>
          </a:p>
          <a:p>
            <a:r>
              <a:rPr lang="fr-FR" sz="1400" b="1" dirty="0"/>
              <a:t>🟨 3. Stakeholders: Reguladores y Sociedad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de </a:t>
            </a:r>
            <a:r>
              <a:rPr lang="fr-FR" sz="1400" b="1" dirty="0" err="1"/>
              <a:t>Privacidad</a:t>
            </a:r>
            <a:r>
              <a:rPr lang="fr-FR" sz="1400" b="1" dirty="0"/>
              <a:t> (Vida </a:t>
            </a:r>
            <a:r>
              <a:rPr lang="fr-FR" sz="1400" b="1" dirty="0" err="1"/>
              <a:t>privada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Ofrecer</a:t>
            </a:r>
            <a:r>
              <a:rPr lang="fr-FR" sz="1400" dirty="0"/>
              <a:t> </a:t>
            </a:r>
            <a:r>
              <a:rPr lang="fr-FR" sz="1400" dirty="0" err="1"/>
              <a:t>una</a:t>
            </a:r>
            <a:r>
              <a:rPr lang="fr-FR" sz="1400" dirty="0"/>
              <a:t> </a:t>
            </a:r>
            <a:r>
              <a:rPr lang="fr-FR" sz="1400" dirty="0" err="1"/>
              <a:t>opción</a:t>
            </a:r>
            <a:r>
              <a:rPr lang="fr-FR" sz="1400" dirty="0"/>
              <a:t> </a:t>
            </a:r>
            <a:r>
              <a:rPr lang="fr-FR" sz="1400" dirty="0" err="1"/>
              <a:t>sencilla</a:t>
            </a:r>
            <a:r>
              <a:rPr lang="fr-FR" sz="1400" dirty="0"/>
              <a:t> para </a:t>
            </a:r>
            <a:r>
              <a:rPr lang="fr-FR" sz="1400" dirty="0" err="1"/>
              <a:t>desactivar</a:t>
            </a:r>
            <a:r>
              <a:rPr lang="fr-FR" sz="1400" dirty="0"/>
              <a:t> la </a:t>
            </a:r>
            <a:r>
              <a:rPr lang="fr-FR" sz="1400" dirty="0" err="1"/>
              <a:t>geolocalización</a:t>
            </a:r>
            <a:r>
              <a:rPr lang="fr-FR" sz="1400" dirty="0"/>
              <a:t> </a:t>
            </a:r>
            <a:r>
              <a:rPr lang="fr-FR" sz="1400" dirty="0" err="1"/>
              <a:t>precisa</a:t>
            </a:r>
            <a:r>
              <a:rPr lang="fr-FR" sz="1400" dirty="0"/>
              <a:t> en las </a:t>
            </a:r>
            <a:r>
              <a:rPr lang="fr-FR" sz="1400" dirty="0" err="1"/>
              <a:t>publicaciones</a:t>
            </a:r>
            <a:r>
              <a:rPr lang="fr-FR" sz="1400" dirty="0"/>
              <a:t>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de </a:t>
            </a:r>
            <a:r>
              <a:rPr lang="fr-FR" sz="1400" b="1" dirty="0" err="1"/>
              <a:t>Seguridad</a:t>
            </a:r>
            <a:r>
              <a:rPr lang="fr-FR" sz="1400" b="1" dirty="0"/>
              <a:t> / Derecho a la </a:t>
            </a:r>
            <a:r>
              <a:rPr lang="fr-FR" sz="1400" b="1" dirty="0" err="1"/>
              <a:t>imagen</a:t>
            </a:r>
            <a:r>
              <a:rPr lang="fr-FR" sz="1400" b="1" dirty="0"/>
              <a:t>:</a:t>
            </a:r>
            <a:r>
              <a:rPr lang="fr-FR" sz="1400" dirty="0"/>
              <a:t> </a:t>
            </a:r>
            <a:r>
              <a:rPr lang="fr-FR" sz="1400" dirty="0" err="1"/>
              <a:t>Permitir</a:t>
            </a:r>
            <a:r>
              <a:rPr lang="fr-FR" sz="1400" dirty="0"/>
              <a:t> </a:t>
            </a:r>
            <a:r>
              <a:rPr lang="fr-FR" sz="1400" dirty="0" err="1"/>
              <a:t>ocultar</a:t>
            </a:r>
            <a:r>
              <a:rPr lang="fr-FR" sz="1400" dirty="0"/>
              <a:t> o </a:t>
            </a:r>
            <a:r>
              <a:rPr lang="fr-FR" sz="1400" dirty="0" err="1"/>
              <a:t>difuminar</a:t>
            </a:r>
            <a:r>
              <a:rPr lang="fr-FR" sz="1400" dirty="0"/>
              <a:t> </a:t>
            </a:r>
            <a:r>
              <a:rPr lang="fr-FR" sz="1400" dirty="0" err="1"/>
              <a:t>rápidamente</a:t>
            </a:r>
            <a:r>
              <a:rPr lang="fr-FR" sz="1400" dirty="0"/>
              <a:t> </a:t>
            </a:r>
            <a:r>
              <a:rPr lang="fr-FR" sz="1400" dirty="0" err="1"/>
              <a:t>elementos</a:t>
            </a:r>
            <a:r>
              <a:rPr lang="fr-FR" sz="1400" dirty="0"/>
              <a:t> sensibles (</a:t>
            </a:r>
            <a:r>
              <a:rPr lang="fr-FR" sz="1400" dirty="0" err="1"/>
              <a:t>rostros</a:t>
            </a:r>
            <a:r>
              <a:rPr lang="fr-FR" sz="1400" dirty="0"/>
              <a:t> de </a:t>
            </a:r>
            <a:r>
              <a:rPr lang="fr-FR" sz="1400" dirty="0" err="1"/>
              <a:t>terceros</a:t>
            </a:r>
            <a:r>
              <a:rPr lang="fr-FR" sz="1400" dirty="0"/>
              <a:t> sin </a:t>
            </a:r>
            <a:r>
              <a:rPr lang="fr-FR" sz="1400" dirty="0" err="1"/>
              <a:t>consentimiento</a:t>
            </a:r>
            <a:r>
              <a:rPr lang="fr-FR" sz="1400" dirty="0"/>
              <a:t>, </a:t>
            </a:r>
            <a:r>
              <a:rPr lang="fr-FR" sz="1400" dirty="0" err="1"/>
              <a:t>documentos</a:t>
            </a:r>
            <a:r>
              <a:rPr lang="fr-FR" sz="1400" dirty="0"/>
              <a:t> o </a:t>
            </a:r>
            <a:r>
              <a:rPr lang="fr-FR" sz="1400" dirty="0" err="1"/>
              <a:t>pantallas</a:t>
            </a:r>
            <a:r>
              <a:rPr lang="fr-FR" sz="1400" dirty="0"/>
              <a:t> de </a:t>
            </a:r>
            <a:r>
              <a:rPr lang="fr-FR" sz="1400" dirty="0" err="1"/>
              <a:t>trabajo</a:t>
            </a:r>
            <a:r>
              <a:rPr lang="fr-FR" sz="1400" dirty="0"/>
              <a:t> </a:t>
            </a:r>
            <a:r>
              <a:rPr lang="fr-FR" sz="1400" dirty="0" err="1"/>
              <a:t>confidenciales</a:t>
            </a:r>
            <a:r>
              <a:rPr lang="fr-FR" sz="1400" dirty="0"/>
              <a:t> </a:t>
            </a:r>
            <a:r>
              <a:rPr lang="fr-FR" sz="1400" dirty="0" err="1"/>
              <a:t>capturados</a:t>
            </a:r>
            <a:r>
              <a:rPr lang="fr-FR" sz="1400" dirty="0"/>
              <a:t> </a:t>
            </a:r>
            <a:r>
              <a:rPr lang="fr-FR" sz="1400" dirty="0" err="1"/>
              <a:t>accidentalmente</a:t>
            </a:r>
            <a:r>
              <a:rPr lang="fr-FR" sz="1400" dirty="0"/>
              <a:t>).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</a:t>
            </a:r>
            <a:r>
              <a:rPr lang="fr-FR" sz="1400" b="1" dirty="0" err="1"/>
              <a:t>Ético</a:t>
            </a:r>
            <a:r>
              <a:rPr lang="fr-FR" sz="1400" b="1" dirty="0"/>
              <a:t> (</a:t>
            </a:r>
            <a:r>
              <a:rPr lang="fr-FR" sz="1400" b="1" dirty="0" err="1"/>
              <a:t>Moderación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Implementar</a:t>
            </a:r>
            <a:r>
              <a:rPr lang="fr-FR" sz="1400" dirty="0"/>
              <a:t> un </a:t>
            </a:r>
            <a:r>
              <a:rPr lang="fr-FR" sz="1400" dirty="0" err="1"/>
              <a:t>sistema</a:t>
            </a:r>
            <a:r>
              <a:rPr lang="fr-FR" sz="1400" dirty="0"/>
              <a:t> de </a:t>
            </a:r>
            <a:r>
              <a:rPr lang="fr-FR" sz="1400" dirty="0" err="1"/>
              <a:t>denuncias</a:t>
            </a:r>
            <a:r>
              <a:rPr lang="fr-FR" sz="1400" dirty="0"/>
              <a:t> </a:t>
            </a:r>
            <a:r>
              <a:rPr lang="fr-FR" sz="1400" dirty="0" err="1"/>
              <a:t>reactivo</a:t>
            </a:r>
            <a:r>
              <a:rPr lang="fr-FR" sz="1400" dirty="0"/>
              <a:t> contra </a:t>
            </a:r>
            <a:r>
              <a:rPr lang="fr-FR" sz="1400" dirty="0" err="1"/>
              <a:t>contenidos</a:t>
            </a:r>
            <a:r>
              <a:rPr lang="fr-FR" sz="1400" dirty="0"/>
              <a:t> </a:t>
            </a:r>
            <a:r>
              <a:rPr lang="fr-FR" sz="1400" dirty="0" err="1"/>
              <a:t>inapropiados</a:t>
            </a:r>
            <a:r>
              <a:rPr lang="fr-FR" sz="1400" dirty="0"/>
              <a:t> o el </a:t>
            </a:r>
            <a:r>
              <a:rPr lang="fr-FR" sz="1400" dirty="0" err="1"/>
              <a:t>acoso</a:t>
            </a:r>
            <a:r>
              <a:rPr lang="fr-FR" sz="1400" dirty="0"/>
              <a:t>.</a:t>
            </a:r>
          </a:p>
          <a:p>
            <a:pPr lvl="0"/>
            <a:r>
              <a:rPr lang="fr-FR" sz="1400" dirty="0"/>
              <a:t> </a:t>
            </a:r>
          </a:p>
          <a:p>
            <a:r>
              <a:rPr lang="fr-FR" sz="1400" b="1" dirty="0"/>
              <a:t>🟥 4. Stakeholders: </a:t>
            </a:r>
            <a:r>
              <a:rPr lang="fr-FR" sz="1400" b="1" dirty="0" err="1"/>
              <a:t>Anunciantes</a:t>
            </a:r>
            <a:r>
              <a:rPr lang="fr-FR" sz="1400" b="1" dirty="0"/>
              <a:t> y Marca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</a:t>
            </a:r>
            <a:r>
              <a:rPr lang="fr-FR" sz="1400" b="1" dirty="0" err="1"/>
              <a:t>Publicitario</a:t>
            </a:r>
            <a:r>
              <a:rPr lang="fr-FR" sz="1400" b="1" dirty="0"/>
              <a:t> (</a:t>
            </a:r>
            <a:r>
              <a:rPr lang="fr-FR" sz="1400" b="1" dirty="0" err="1"/>
              <a:t>Autenticidad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Prohibir</a:t>
            </a:r>
            <a:r>
              <a:rPr lang="fr-FR" sz="1400" dirty="0"/>
              <a:t> los </a:t>
            </a:r>
            <a:r>
              <a:rPr lang="fr-FR" sz="1400" dirty="0" err="1"/>
              <a:t>banners</a:t>
            </a:r>
            <a:r>
              <a:rPr lang="fr-FR" sz="1400" dirty="0"/>
              <a:t> </a:t>
            </a:r>
            <a:r>
              <a:rPr lang="fr-FR" sz="1400" dirty="0" err="1"/>
              <a:t>publicitarios</a:t>
            </a:r>
            <a:r>
              <a:rPr lang="fr-FR" sz="1400" dirty="0"/>
              <a:t> </a:t>
            </a:r>
            <a:r>
              <a:rPr lang="fr-FR" sz="1400" dirty="0" err="1"/>
              <a:t>clásicos</a:t>
            </a:r>
            <a:r>
              <a:rPr lang="fr-FR" sz="1400" dirty="0"/>
              <a:t> para </a:t>
            </a:r>
            <a:r>
              <a:rPr lang="fr-FR" sz="1400" dirty="0" err="1"/>
              <a:t>priorizar</a:t>
            </a:r>
            <a:r>
              <a:rPr lang="fr-FR" sz="1400" dirty="0"/>
              <a:t> </a:t>
            </a:r>
            <a:r>
              <a:rPr lang="fr-FR" sz="1400" dirty="0" err="1"/>
              <a:t>cuentas</a:t>
            </a:r>
            <a:r>
              <a:rPr lang="fr-FR" sz="1400" dirty="0"/>
              <a:t> de "Marca" </a:t>
            </a:r>
            <a:r>
              <a:rPr lang="fr-FR" sz="1400" dirty="0" err="1"/>
              <a:t>verificadas</a:t>
            </a:r>
            <a:r>
              <a:rPr lang="fr-FR" sz="1400" dirty="0"/>
              <a:t> que </a:t>
            </a:r>
            <a:r>
              <a:rPr lang="fr-FR" sz="1400" dirty="0" err="1"/>
              <a:t>compartan</a:t>
            </a:r>
            <a:r>
              <a:rPr lang="fr-FR" sz="1400" dirty="0"/>
              <a:t> </a:t>
            </a:r>
            <a:r>
              <a:rPr lang="fr-FR" sz="1400" dirty="0" err="1"/>
              <a:t>contenido</a:t>
            </a:r>
            <a:r>
              <a:rPr lang="fr-FR" sz="1400" dirty="0"/>
              <a:t> </a:t>
            </a:r>
            <a:r>
              <a:rPr lang="fr-FR" sz="1400" dirty="0" err="1"/>
              <a:t>auténtico</a:t>
            </a:r>
            <a:r>
              <a:rPr lang="fr-FR" sz="1400" dirty="0"/>
              <a:t> y sin </a:t>
            </a:r>
            <a:r>
              <a:rPr lang="fr-FR" sz="1400" dirty="0" err="1"/>
              <a:t>editar</a:t>
            </a:r>
            <a:r>
              <a:rPr lang="fr-FR" sz="1400" dirty="0"/>
              <a:t> de sus </a:t>
            </a:r>
            <a:r>
              <a:rPr lang="fr-FR" sz="1400" dirty="0" err="1"/>
              <a:t>actividades</a:t>
            </a:r>
            <a:r>
              <a:rPr lang="fr-FR" sz="1400" dirty="0"/>
              <a:t> internas. </a:t>
            </a:r>
          </a:p>
          <a:p>
            <a:pPr lvl="0"/>
            <a:r>
              <a:rPr lang="fr-FR" sz="1400" b="1" dirty="0" err="1"/>
              <a:t>Requisito</a:t>
            </a:r>
            <a:r>
              <a:rPr lang="fr-FR" sz="1400" b="1" dirty="0"/>
              <a:t> de Analytics (</a:t>
            </a:r>
            <a:r>
              <a:rPr lang="fr-FR" sz="1400" b="1" dirty="0" err="1"/>
              <a:t>Medición</a:t>
            </a:r>
            <a:r>
              <a:rPr lang="fr-FR" sz="1400" b="1" dirty="0"/>
              <a:t>):</a:t>
            </a:r>
            <a:r>
              <a:rPr lang="fr-FR" sz="1400" dirty="0"/>
              <a:t> </a:t>
            </a:r>
            <a:r>
              <a:rPr lang="fr-FR" sz="1400" dirty="0" err="1"/>
              <a:t>Proporcionar</a:t>
            </a:r>
            <a:r>
              <a:rPr lang="fr-FR" sz="1400" dirty="0"/>
              <a:t> </a:t>
            </a:r>
            <a:r>
              <a:rPr lang="fr-FR" sz="1400" dirty="0" err="1"/>
              <a:t>métricas</a:t>
            </a:r>
            <a:r>
              <a:rPr lang="fr-FR" sz="1400" dirty="0"/>
              <a:t> </a:t>
            </a:r>
            <a:r>
              <a:rPr lang="fr-FR" sz="1400" dirty="0" err="1"/>
              <a:t>básicas</a:t>
            </a:r>
            <a:r>
              <a:rPr lang="fr-FR" sz="1400" dirty="0"/>
              <a:t> de engagement (</a:t>
            </a:r>
            <a:r>
              <a:rPr lang="fr-FR" sz="1400" dirty="0" err="1"/>
              <a:t>alcance</a:t>
            </a:r>
            <a:r>
              <a:rPr lang="fr-FR" sz="1400" dirty="0"/>
              <a:t>, </a:t>
            </a:r>
            <a:r>
              <a:rPr lang="fr-FR" sz="1400" dirty="0" err="1"/>
              <a:t>reacciones</a:t>
            </a:r>
            <a:r>
              <a:rPr lang="fr-FR" sz="1400" dirty="0"/>
              <a:t>/</a:t>
            </a:r>
            <a:r>
              <a:rPr lang="fr-FR" sz="1400" dirty="0" err="1"/>
              <a:t>RealMojis</a:t>
            </a:r>
            <a:r>
              <a:rPr lang="fr-FR" sz="1400" dirty="0"/>
              <a:t>), </a:t>
            </a:r>
            <a:r>
              <a:rPr lang="fr-FR" sz="1400" dirty="0" err="1"/>
              <a:t>respetando</a:t>
            </a:r>
            <a:r>
              <a:rPr lang="fr-FR" sz="1400" dirty="0"/>
              <a:t> al </a:t>
            </a:r>
            <a:r>
              <a:rPr lang="fr-FR" sz="1400" dirty="0" err="1"/>
              <a:t>mismo</a:t>
            </a:r>
            <a:r>
              <a:rPr lang="fr-FR" sz="1400" dirty="0"/>
              <a:t> </a:t>
            </a:r>
            <a:r>
              <a:rPr lang="fr-FR" sz="1400" dirty="0" err="1"/>
              <a:t>tiempo</a:t>
            </a:r>
            <a:r>
              <a:rPr lang="fr-FR" sz="1400" dirty="0"/>
              <a:t> la </a:t>
            </a:r>
            <a:r>
              <a:rPr lang="fr-FR" sz="1400" dirty="0" err="1"/>
              <a:t>privacidad</a:t>
            </a:r>
            <a:r>
              <a:rPr lang="fr-FR" sz="1400" dirty="0"/>
              <a:t> de los </a:t>
            </a:r>
            <a:r>
              <a:rPr lang="fr-FR" sz="1400" dirty="0" err="1"/>
              <a:t>usuarios</a:t>
            </a:r>
            <a:r>
              <a:rPr lang="fr-FR" sz="1400" dirty="0"/>
              <a:t>.</a:t>
            </a:r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6474304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Microsoft Office PowerPoint</Application>
  <PresentationFormat>Grand écran</PresentationFormat>
  <Paragraphs>32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poupon</dc:creator>
  <cp:lastModifiedBy>antoine poupon</cp:lastModifiedBy>
  <cp:revision>1</cp:revision>
  <dcterms:created xsi:type="dcterms:W3CDTF">2026-08-13T19:28:17Z</dcterms:created>
  <dcterms:modified xsi:type="dcterms:W3CDTF">2026-08-13T19:48:34Z</dcterms:modified>
</cp:coreProperties>
</file>